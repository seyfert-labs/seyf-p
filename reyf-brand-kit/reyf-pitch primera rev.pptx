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194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reyf-symbol.png"/>
          <p:cNvPicPr>
            <a:picLocks noChangeAspect="1"/>
          </p:cNvPicPr>
          <p:nvPr/>
        </p:nvPicPr>
        <p:blipFill>
          <a:blip r:embed="rId3">
            <a:alphaModFix amt="13000"/>
          </a:blip>
          <a:stretch>
            <a:fillRect/>
          </a:stretch>
        </p:blipFill>
        <p:spPr>
          <a:xfrm>
            <a:off x="8503920" y="1188720"/>
            <a:ext cx="3931920" cy="4519711"/>
          </a:xfrm>
          <a:prstGeom prst="rect">
            <a:avLst/>
          </a:prstGeom>
        </p:spPr>
      </p:pic>
      <p:pic>
        <p:nvPicPr>
          <p:cNvPr id="3" name="Image 1" descr="assets/reyf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051560"/>
            <a:ext cx="3108960" cy="13529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27432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Cripto invisible.</a:t>
            </a:r>
            <a:endParaRPr lang="en-US" sz="5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Banco de verdad.</a:t>
            </a:r>
            <a:endParaRPr lang="en-US" sz="5200" dirty="0"/>
          </a:p>
        </p:txBody>
      </p:sp>
      <p:sp>
        <p:nvSpPr>
          <p:cNvPr id="5" name="Text 1"/>
          <p:cNvSpPr/>
          <p:nvPr/>
        </p:nvSpPr>
        <p:spPr>
          <a:xfrm>
            <a:off x="822960" y="4617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Ahorrar para el retiro está roto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697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US$330B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36118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atrapados en Afores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4370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70248" y="228600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0288" y="2697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0.54%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90288" y="36118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anual sobre tu saldo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1856" y="228600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1896" y="2697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16–40%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311896" y="36118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préstamos de pensión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banco que rinde, sin que sepas que es cripto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74720" cy="2651760"/>
          </a:xfrm>
          <a:prstGeom prst="roundRect">
            <a:avLst>
              <a:gd name="adj" fmla="val 3448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03120"/>
            <a:ext cx="82296" cy="2651760"/>
          </a:xfrm>
          <a:prstGeom prst="rect">
            <a:avLst/>
          </a:prstGeom>
          <a:solidFill>
            <a:srgbClr val="CDFC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fricción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Depositas y retiras por SPEI. Tu dinero se vuelve MXNB.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70248" y="2103120"/>
            <a:ext cx="3474720" cy="2651760"/>
          </a:xfrm>
          <a:prstGeom prst="roundRect">
            <a:avLst>
              <a:gd name="adj" fmla="val 3448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70248" y="2103120"/>
            <a:ext cx="82296" cy="2651760"/>
          </a:xfrm>
          <a:prstGeom prst="rect">
            <a:avLst/>
          </a:prstGeom>
          <a:solidFill>
            <a:srgbClr val="CDFC4A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seed phrase ni gas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90288" y="3337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Entras con tu correo. Las comisiones de red las pagamos nosotros.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91856" y="2103120"/>
            <a:ext cx="3474720" cy="2651760"/>
          </a:xfrm>
          <a:prstGeom prst="roundRect">
            <a:avLst>
              <a:gd name="adj" fmla="val 3448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91856" y="2103120"/>
            <a:ext cx="82296" cy="2651760"/>
          </a:xfrm>
          <a:prstGeom prst="rect">
            <a:avLst/>
          </a:prstGeom>
          <a:solidFill>
            <a:srgbClr val="CDFC4A"/>
          </a:solidFill>
          <a:ln/>
        </p:spPr>
      </p:sp>
      <p:sp>
        <p:nvSpPr>
          <p:cNvPr id="14" name="Text 12"/>
          <p:cNvSpPr/>
          <p:nvPr/>
        </p:nvSpPr>
        <p:spPr>
          <a:xfrm>
            <a:off x="8311896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Rinde · 0% sobre tu saldo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11896" y="3337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soberanos, sin comisión sobre lo que ahorras.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1210F"/>
          </a:solidFill>
          <a:ln w="19050">
            <a:solidFill>
              <a:srgbClr val="CDFC4A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5166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mejor de DeFi, </a:t>
            </a:r>
            <a:r>
              <a:rPr lang="en-US" sz="1800" b="1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la cara de tu app de banco.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Cuatro pasos. Cero complejidad.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926080"/>
          </a:xfrm>
          <a:prstGeom prst="roundRect">
            <a:avLst>
              <a:gd name="adj" fmla="val 3425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14600"/>
            <a:ext cx="658368" cy="658368"/>
          </a:xfrm>
          <a:prstGeom prst="ellipse">
            <a:avLst/>
          </a:prstGeom>
          <a:solidFill>
            <a:srgbClr val="CDFC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09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 con tu correo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lista, sin seed phrase.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194560"/>
            <a:ext cx="2670048" cy="2926080"/>
          </a:xfrm>
          <a:prstGeom prst="roundRect">
            <a:avLst>
              <a:gd name="adj" fmla="val 3425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2514600"/>
            <a:ext cx="658368" cy="658368"/>
          </a:xfrm>
          <a:prstGeom prst="ellipse">
            <a:avLst/>
          </a:prstGeom>
          <a:solidFill>
            <a:srgbClr val="CDFC4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09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0" y="342900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Deposita por SPEI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57600" y="41605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convierte en MXNB solo.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2670048" cy="2926080"/>
          </a:xfrm>
          <a:prstGeom prst="roundRect">
            <a:avLst>
              <a:gd name="adj" fmla="val 3425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2514600"/>
            <a:ext cx="658368" cy="658368"/>
          </a:xfrm>
          <a:prstGeom prst="ellipse">
            <a:avLst/>
          </a:prstGeom>
          <a:solidFill>
            <a:srgbClr val="CDFC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09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46520" y="342900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saldo rinde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46520" y="41605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y sin pagar gas.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15400" y="2194560"/>
            <a:ext cx="2670048" cy="2926080"/>
          </a:xfrm>
          <a:prstGeom prst="roundRect">
            <a:avLst>
              <a:gd name="adj" fmla="val 3425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2514600"/>
            <a:ext cx="658368" cy="658368"/>
          </a:xfrm>
          <a:prstGeom prst="ellipse">
            <a:avLst/>
          </a:prstGeom>
          <a:solidFill>
            <a:srgbClr val="CDFC4A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09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235440" y="342900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Retira cuando quieras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35440" y="41605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 banco por SPEI.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Identidad, fiat y on-chain en un solo flujo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3502152" cy="2240280"/>
          </a:xfrm>
          <a:prstGeom prst="roundRect">
            <a:avLst>
              <a:gd name="adj" fmla="val 4082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651760"/>
            <a:ext cx="82296" cy="2240280"/>
          </a:xfrm>
          <a:prstGeom prst="rect">
            <a:avLst/>
          </a:prstGeom>
          <a:solidFill>
            <a:srgbClr val="CDFC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0779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Identidad · Privy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correo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wallet sin gas (ERC-4337)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4892040"/>
            <a:ext cx="27432" cy="384048"/>
          </a:xfrm>
          <a:prstGeom prst="rect">
            <a:avLst/>
          </a:prstGeom>
          <a:solidFill>
            <a:srgbClr val="3A3A48"/>
          </a:solidFill>
          <a:ln/>
        </p:spPr>
      </p:sp>
      <p:sp>
        <p:nvSpPr>
          <p:cNvPr id="11" name="Shape 9"/>
          <p:cNvSpPr/>
          <p:nvPr/>
        </p:nvSpPr>
        <p:spPr>
          <a:xfrm>
            <a:off x="2226564" y="5202936"/>
            <a:ext cx="146304" cy="146304"/>
          </a:xfrm>
          <a:prstGeom prst="ellipse">
            <a:avLst/>
          </a:prstGeom>
          <a:solidFill>
            <a:srgbClr val="CDFC4A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2651760"/>
            <a:ext cx="3502152" cy="2240280"/>
          </a:xfrm>
          <a:prstGeom prst="roundRect">
            <a:avLst>
              <a:gd name="adj" fmla="val 4082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2651760"/>
            <a:ext cx="82296" cy="2240280"/>
          </a:xfrm>
          <a:prstGeom prst="rect">
            <a:avLst/>
          </a:prstGeom>
          <a:solidFill>
            <a:srgbClr val="CDFC4A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90779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Rieles fiat · Juno/Bitso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520440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MXNB: emite y redime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CLABE · SPEI · HMAC en servidor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4892040"/>
            <a:ext cx="27432" cy="384048"/>
          </a:xfrm>
          <a:prstGeom prst="rect">
            <a:avLst/>
          </a:prstGeom>
          <a:solidFill>
            <a:srgbClr val="3A3A48"/>
          </a:solidFill>
          <a:ln/>
        </p:spPr>
      </p:sp>
      <p:sp>
        <p:nvSpPr>
          <p:cNvPr id="17" name="Shape 15"/>
          <p:cNvSpPr/>
          <p:nvPr/>
        </p:nvSpPr>
        <p:spPr>
          <a:xfrm>
            <a:off x="6021324" y="5202936"/>
            <a:ext cx="146304" cy="146304"/>
          </a:xfrm>
          <a:prstGeom prst="ellipse">
            <a:avLst/>
          </a:prstGeom>
          <a:solidFill>
            <a:srgbClr val="CDFC4A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2651760"/>
            <a:ext cx="3502152" cy="2240280"/>
          </a:xfrm>
          <a:prstGeom prst="roundRect">
            <a:avLst>
              <a:gd name="adj" fmla="val 4082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2651760"/>
            <a:ext cx="82296" cy="2240280"/>
          </a:xfrm>
          <a:prstGeom prst="rect">
            <a:avLst/>
          </a:prstGeom>
          <a:solidFill>
            <a:srgbClr val="CDFC4A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290779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On-chain · Arbitrum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3520440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MXNB (ERC-20)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propios + Supabase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875520" y="4892040"/>
            <a:ext cx="27432" cy="384048"/>
          </a:xfrm>
          <a:prstGeom prst="rect">
            <a:avLst/>
          </a:prstGeom>
          <a:solidFill>
            <a:srgbClr val="3A3A48"/>
          </a:solidFill>
          <a:ln/>
        </p:spPr>
      </p:sp>
      <p:sp>
        <p:nvSpPr>
          <p:cNvPr id="23" name="Shape 21"/>
          <p:cNvSpPr/>
          <p:nvPr/>
        </p:nvSpPr>
        <p:spPr>
          <a:xfrm>
            <a:off x="9816084" y="5202936"/>
            <a:ext cx="146304" cy="146304"/>
          </a:xfrm>
          <a:prstGeom prst="ellipse">
            <a:avLst/>
          </a:prstGeom>
          <a:solidFill>
            <a:srgbClr val="CDFC4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532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MÉRITO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es real, no humo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87168"/>
            <a:ext cx="502920" cy="502920"/>
          </a:xfrm>
          <a:prstGeom prst="ellipse">
            <a:avLst/>
          </a:prstGeom>
          <a:solidFill>
            <a:srgbClr val="CDFC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9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450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Cripto invisible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971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ERC-4337: sin firmas, sin gas.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11112" y="2487168"/>
            <a:ext cx="502920" cy="502920"/>
          </a:xfrm>
          <a:prstGeom prst="ellipse">
            <a:avLst/>
          </a:prstGeom>
          <a:solidFill>
            <a:srgbClr val="CDFC4A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9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96912" y="2450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Rieles fiat seguros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96912" y="2971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en servidor · idempotencia.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636008"/>
            <a:ext cx="502920" cy="502920"/>
          </a:xfrm>
          <a:prstGeom prst="ellipse">
            <a:avLst/>
          </a:prstGeom>
          <a:solidFill>
            <a:srgbClr val="CDFC4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9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5994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Contratos propios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5120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tests anti-reentrancy (Foundry).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45352" y="425196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11112" y="4636008"/>
            <a:ext cx="502920" cy="502920"/>
          </a:xfrm>
          <a:prstGeom prst="ellipse">
            <a:avLst/>
          </a:prstGeom>
          <a:solidFill>
            <a:srgbClr val="CDFC4A"/>
          </a:solidFill>
          <a:ln/>
        </p:spPr>
      </p:sp>
      <p:sp>
        <p:nvSpPr>
          <p:cNvPr id="21" name="Text 19"/>
          <p:cNvSpPr/>
          <p:nvPr/>
        </p:nvSpPr>
        <p:spPr>
          <a:xfrm>
            <a:off x="6611112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9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96912" y="45994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custodial + honesto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96912" y="5120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on-chain, sin inventar números.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TRACCIÓN · ESTADO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ya está construido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02152" cy="3931920"/>
          </a:xfrm>
          <a:prstGeom prst="roundRect">
            <a:avLst>
              <a:gd name="adj" fmla="val 2611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95728"/>
            <a:ext cx="219456" cy="219456"/>
          </a:xfrm>
          <a:prstGeom prst="ellipse">
            <a:avLst/>
          </a:prstGeom>
          <a:solidFill>
            <a:srgbClr val="CDFC4A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23225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smart wallet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MXNB on-chain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 y retiro por SPEI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sin gas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con tests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70248" y="2103120"/>
            <a:ext cx="3502152" cy="3931920"/>
          </a:xfrm>
          <a:prstGeom prst="roundRect">
            <a:avLst>
              <a:gd name="adj" fmla="val 2611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0288" y="2395728"/>
            <a:ext cx="219456" cy="219456"/>
          </a:xfrm>
          <a:prstGeom prst="ellipse">
            <a:avLst/>
          </a:prstGeom>
          <a:solidFill>
            <a:srgbClr val="9C96B4"/>
          </a:solidFill>
          <a:ln/>
        </p:spPr>
      </p:sp>
      <p:sp>
        <p:nvSpPr>
          <p:cNvPr id="10" name="Text 8"/>
          <p:cNvSpPr/>
          <p:nvPr/>
        </p:nvSpPr>
        <p:spPr>
          <a:xfrm>
            <a:off x="4928616" y="23225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Parcial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0288" y="301752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Bóvedas on-chain (por config)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FX (tasa real Bitso)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991856" y="2103120"/>
            <a:ext cx="3502152" cy="3931920"/>
          </a:xfrm>
          <a:prstGeom prst="roundRect">
            <a:avLst>
              <a:gd name="adj" fmla="val 2611"/>
            </a:avLst>
          </a:prstGeom>
          <a:solidFill>
            <a:srgbClr val="161A22"/>
          </a:solidFill>
          <a:ln w="12700">
            <a:solidFill>
              <a:srgbClr val="2A2A38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11896" y="2395728"/>
            <a:ext cx="219456" cy="219456"/>
          </a:xfrm>
          <a:prstGeom prst="ellipse">
            <a:avLst/>
          </a:prstGeom>
          <a:solidFill>
            <a:srgbClr val="6E6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650224" y="23225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11896" y="301752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multi-divisa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Adelanto de liquidez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C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2FA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9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Construido por el equipo, desde EthMex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76376" y="2651760"/>
            <a:ext cx="1426464" cy="1426464"/>
          </a:xfrm>
          <a:prstGeom prst="ellipse">
            <a:avLst/>
          </a:prstGeom>
          <a:solidFill>
            <a:srgbClr val="1F2533"/>
          </a:solidFill>
          <a:ln w="31750">
            <a:solidFill>
              <a:srgbClr val="CDFC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76" y="2651760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3804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Andrés Rodríguez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279496" y="2651760"/>
            <a:ext cx="1426464" cy="1426464"/>
          </a:xfrm>
          <a:prstGeom prst="ellipse">
            <a:avLst/>
          </a:prstGeom>
          <a:solidFill>
            <a:srgbClr val="1F2533"/>
          </a:solidFill>
          <a:ln w="31750">
            <a:solidFill>
              <a:srgbClr val="CDFC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9496" y="2651760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IH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94116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Ian Hernández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382616" y="2651760"/>
            <a:ext cx="1426464" cy="1426464"/>
          </a:xfrm>
          <a:prstGeom prst="ellipse">
            <a:avLst/>
          </a:prstGeom>
          <a:solidFill>
            <a:srgbClr val="1F2533"/>
          </a:solidFill>
          <a:ln w="31750">
            <a:solidFill>
              <a:srgbClr val="CDF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82616" y="2651760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04428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Gerardo Pedrizco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485736" y="2651760"/>
            <a:ext cx="1426464" cy="1426464"/>
          </a:xfrm>
          <a:prstGeom prst="ellipse">
            <a:avLst/>
          </a:prstGeom>
          <a:solidFill>
            <a:srgbClr val="1F2533"/>
          </a:solidFill>
          <a:ln w="31750">
            <a:solidFill>
              <a:srgbClr val="CDFC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85736" y="2651760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MM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14740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Miriam Mejía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588856" y="2651760"/>
            <a:ext cx="1426464" cy="1426464"/>
          </a:xfrm>
          <a:prstGeom prst="ellipse">
            <a:avLst/>
          </a:prstGeom>
          <a:solidFill>
            <a:srgbClr val="1F2533"/>
          </a:solidFill>
          <a:ln w="31750">
            <a:solidFill>
              <a:srgbClr val="CDFC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88856" y="2651760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DFC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FT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250528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DFD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Fernanda Tello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346</Words>
  <Application>Microsoft Office PowerPoint</Application>
  <PresentationFormat>Widescreen</PresentationFormat>
  <Paragraphs>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Reyf — Pitch</dc:title>
  <dc:subject>PptxGenJS Presentation</dc:subject>
  <dc:creator>Reyf</dc:creator>
  <cp:lastModifiedBy>Ian Hernandez</cp:lastModifiedBy>
  <cp:revision>2</cp:revision>
  <dcterms:created xsi:type="dcterms:W3CDTF">2026-06-05T18:18:20Z</dcterms:created>
  <dcterms:modified xsi:type="dcterms:W3CDTF">2026-06-05T18:31:13Z</dcterms:modified>
</cp:coreProperties>
</file>